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Gross</c:v>
                </c:pt>
                <c:pt idx="1">
                  <c:v>Discount</c:v>
                </c:pt>
                <c:pt idx="2">
                  <c:v>Net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39.8</c:v>
                </c:pt>
                <c:pt idx="1">
                  <c:v>3.98</c:v>
                </c:pt>
                <c:pt idx="2">
                  <c:v>35.82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89</c:v>
                </c:pt>
                <c:pt idx="1">
                  <c:v>90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89</c:v>
                </c:pt>
                <c:pt idx="1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Notifications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Rejected</c:v>
                </c:pt>
                <c:pt idx="2">
                  <c:v>Exception</c:v>
                </c:pt>
                <c:pt idx="3">
                  <c:v>Cancelled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Fine 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0 days</c:v>
                </c:pt>
                <c:pt idx="1">
                  <c:v>1 day</c:v>
                </c:pt>
                <c:pt idx="2">
                  <c:v>3 days</c:v>
                </c:pt>
                <c:pt idx="3">
                  <c:v>5 days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1.5</c:v>
                </c:pt>
                <c:pt idx="3">
                  <c:v>2.5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178-AI-Vibe-Coding-with-C-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91640"/>
            <a:ext cx="6400800" cy="36027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94360"/>
            <a:ext cx="868680" cy="868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9659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WSQ · SOFTWARE DESIGN 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120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Vibe Coding
with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177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Course Code: TGS-2023039178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v7.0 · 13 September 2026 · 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/ PM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 both daily sessions using the current QR supplied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 the assessment session before beginning the papers.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assigned attendance record and verify the submitted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 portal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directs the current SSG/TRAQOM attendance workflow through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Facilitator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 / 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/ 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Technology educator and course developer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BACKGROUND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Software engineering, AI and cloud computing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· ACTA · DACE (source credentials)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TEACHING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C# component design, debugging and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Name a software task from your workplace.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Existing skills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your experience with variables, methods and tools.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goal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Choose one component you want to build.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Evidence goal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how you will know the component 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Ask questions and explain your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Listen to different approaches and review code constructively.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Keep phones silent; step out quietly when necessary.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 review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synthetic inputs; inspect and test every proposed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Teaching / activity 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09:00–11:00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1 · Activities 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11:00–13:00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2 · first part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2838297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2838297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13:00–14:00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2202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218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Lunch (excluded)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6957" y="3418026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4973" y="3418026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14:00–15:00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2202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0218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2 · completion · Activities 3–4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6957" y="3997755"/>
            <a:ext cx="3934755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4973" y="3997755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15:00–18:00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42202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0218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3 · Activities 5–6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76957" y="4577484"/>
            <a:ext cx="3934755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4973" y="4577484"/>
            <a:ext cx="3678723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8 contact hours; Topic 1 = 1 h classroom + 1 h practical. Topics 2–3 each = 1.5 h classroom + 1.5 h practical.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Teaching / assessment 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09:00–12:00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4 · Activities 7–8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12:00–13:00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5 · first part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13:00–14:00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Lunch (excluded)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14:00–16:00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Topic 5 · completion · Activities 9–10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16:00–17:00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Written Assessment · 5 SAQs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17:00–18:00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Practical Performance · 5 tasks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Approved total: 14 h instruction (7 classroom + 7 practical) and 2 h assessment. No separate break is counted as instruction.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 · K1 /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basic software components using C# methodologies to meet functional specifications.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 · K2 /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C# methodologies and tools for software creation.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 · K3 / 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essential C# controls and features to meet software design requirements.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 · K4 / 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Examine the interoperability and functionality of C# software components.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LO5 · K5 / A5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C# design documentation aligned with user specifications.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discussion, photographs or recording of papers.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course slides, Learner Guide and approved materials.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Duration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WA: 60 min · PP: 60 min; answer all five items in each.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provided document, submit on LMS and sign the assessment summary.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Knowledge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open-ended questions: K1–K5.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Five practical tasks: A1–A5.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and competency in prescribed assessments.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Appeal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Discuss the outcome with the assessor; use the provider’s published appeal process.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K1–K5 · 60 min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A1–A5 · 60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LMS document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Summary record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EVIDENCE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then PP, followed by submission, assessor feedback and signed assessment summary.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VISUAL RESOURCE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Course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in to the LMS and open this enrolled course.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Material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Trainer slides, learner PDF, LG, LP and activities appear as separate resources.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Assessment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 the current WA and PP candidate documents during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C#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GitHub repository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folder per activity, with C# source and project 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PDF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activity includes printable vibe-coding prompts.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Runnable baseline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Expected outputs and executable acceptance checks.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Detailed guidance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Follow the LG and activity README for procedures.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3504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https://github.com/tertiarycourses/TGS-2023039178-AI-Vibe-Coding-with-C-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K1 /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AI-assisted C# component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Determine basic software components using C# methodologies to meet functional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CONCEPT VISUAL + WORKED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review checks the component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iew-concept-v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4864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01168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Candidate: reject price &lt;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Boundary test: price = 0 must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Repair: reject price &lt;= 0.
Human review + actual execution establish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8064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Imagegen concept illustration; labels and rule are editable.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Source, assembly and runtime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Program.cs -&gt; compiler -&gt; assembly -&gt; CLR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Console.WriteLine(Environment.Version);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Console.WriteLine(typeof(string).Assembly.GetName().Name);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C# compiles into a managed assembly; the runtime loads its referenced libraries.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Program.cs -&gt; compiler -&gt; assembly -&gt; CLR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Source, assembly and runtime boundaries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C# compiles into a managed assembly; the runtime loads its referenced libraries.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installed runtime without an SDK cannot build source.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modern .NET for cross-platform examples; .NET Framework is a distinct legacy Windows product.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project is a reproducible compiler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&lt;TargetFramework&gt;net10.0&lt;/TargetFramework&gt;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&lt;Nullable&gt;enable&lt;/Nullable&gt;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&lt;TreatWarningsAsErrors&gt;true&lt;/TreatWarningsAsErrors&gt;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project fixes the API target and makes nullable warnings 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&lt;TargetFramework&gt;net10.0&lt;/TargetFramework&gt;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 project is a reproducible compiler contract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project fixes the API target and makes nullable warnings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older SDK cannot compile a newer target framework.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project settings under version control; never accept an AI retargeting change without reviewing its impact.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console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using System;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Console.WriteLine("Hello, warehouse!");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Top-level statements generate the entry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executable starts once and prints a deterministic message.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 System;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console entry point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Prefer a small portable console entry point; keep business rules in separate methods.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Combining top-level statements with another entry point causes a compiler warning/error.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executable starts once and prints a deterministic message.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Identifiers and keyword escaping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_stock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productName = "Rice";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@class = "Food";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Console.WriteLine($"{productName}: {_stock}");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Underscore may start an identifier; @ escapes a keyword identifier.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_stock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Identifiers and keyword escaping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Underscore may start an identifier; @ escapes a keyword identifier.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Names starting with a digit or containing a space are invalid.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PascalCase for public members and camelCase for locals; prefer clear names to escaped keywords.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functional requirement becomes an invariant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string? error = Validate("Rice",0m,1,"Food");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R2: price must be strictly greater than 0.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Expected: "price"; no record is created.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precise acceptance example exposes the forbidden price boundary.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string? error = Validate("Rice",0m,1,"Food");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 functional requirement becomes an invariant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precise acceptance example exposes the forbidden price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vague requirement such as good validation has no testable pass condition.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Give each requirement an ID, concrete inputs and a measurable expected result.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business rules from user interface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View collects text -&gt; parser -&gt; Product constructor.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Product enforces Price &gt; 0 and Stock &gt;= 0.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View renders success only after Add succeeds.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same invariant survives replacing a console view with a GUI.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View collects text -&gt; parser -&gt; Product constructor.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Separate business rules from user interface controls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validation at the component boundary and provide user-friendly feedback in the View.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UI-only validation can be bypassed by another component calling the model.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same invariant survives replacing a console view with a GUI.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AI prompt is a bounded design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Specification: R1 name required; R2 price &gt; 0.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Target: C#, .NET 10, no new dependencies.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Output: design, minimal diff, boundary tests.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Evidence: actual compiler/run output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Constraints let the reviewer compare the proposed code against the same specification.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Specification: R1 name required; R2 price &gt; 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 AI prompt is a bounded design contract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Constraints let the reviewer compare the proposed code against the same specification.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unbounded prompt may introduce packages, destructive operations or invented APIs.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Approve a concrete diff only after explaining and testing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 AI patch against a failing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invalid = price &lt; 0; // candidate bug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repaired = price &lt;= 0; // correct R2 guard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price=0: invalid False, repaired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boundary input proves why the proposed operator must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bool invalid = price &lt; 0; // candidate bug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Review an AI patch against a failing example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boundary input proves why the proposed operator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AI assertion that code is correct is not execution evidence.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input, expected/actual output, inspected diff and rerun result.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Compile-time, runtime and business failures differ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CS0103: misspelled identifier -&gt; compile failure.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FormatException: invalid text -&gt; runtime failure.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price=0 accepted -&gt; business rule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Different evidence points to a different repair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CS0103: misspelled identifier -&gt; compile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Compile-time, runtime and business failures differ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Require successful build plus normal, invalid and boundary tests.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Fixing a compiler error does not prove the business invariant.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Different evidence points to a different repair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C# and C++ share syntax, not runtime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C#: List&lt;int&gt; quantities = new() {10,20};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C++ vector&lt;int&gt; is a comparison concept only.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C# uses using/IDisposable for owned resources.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activities compile as C# projects and use the .NET library.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C#: List&lt;int&gt; quantities = new() {10,20};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C# and C++ share syntax, not runtime contracts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activities compile as C# projects and use the .NET library.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Pasting #include, std::cout or native pointer ownership into C# fails its language/runtime contract.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C++ links only to compare ideas; verify every C# API with Microsoft documentation.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UML names a concrete component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ProductCatalogue owns List&lt;Product&gt;.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Product validates its constructor inputs.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CatalogueView formats confirmation.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Add() mutates the catalogue after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class diagram shows ownership, visibility and relationships before code is expanded.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ProductCatalogue owns List&lt;Product&gt;.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EDITABLE UML · R-CATALOGUE-01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Catalogue component — 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4389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ProductCatalogue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438912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96896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− items: List&lt;Product&gt;
+ Add(product): void
+ Count: 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011680"/>
            <a:ext cx="4389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1031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468880"/>
            <a:ext cx="438912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596896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+ Name: string {get}
+ Price: decimal {get}
+ Stock: int {get}
+ Product(...): constructor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97680"/>
            <a:ext cx="438912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CatalogueView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4389120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82896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+ ShowConfirmation(count): string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12080" y="274320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0" y="23774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   ◆   0..*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92608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Constructor validates each product before Add mutates the catalogue. View formats confirmation; it does not own stock.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Pseudocode and flowchart expose rejection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1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IF name blank: reject R1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ELSE IF price &lt;= 0: reject R2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ELSE IF stock &lt; 0: reject R3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ELSE add and display confirmation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Ordering the guards makes the first rejected rule and success path clear.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IF name blank: reject R1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K1 / A1; apply to Activities 1–2.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Pseudocode and flowchart expose rejection paths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Represent decisions and outcomes, then test at least one input for each branch.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Drawing only the happy path misses all invalid-input behaviour.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Ordering the guards makes the first rejected rule and success path clear.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/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catalogue specification to executable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K1 · 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store needs a catalogue for Electronics, Clothing and Food. Reject blank names, prices at or below zero, negative stock and unknown categories. Define each requirement before generating a component.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R1: blank names fail without creating a record.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store needs a catalogue for Electronics, Clothing and Food. Reject blank names, prices at or below zero, negative stock and unknown categories. Define each requirement before generating a component.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if (string.IsNullOrWhiteSpace(name))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return "name";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if (price &lt;= 0)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return "price";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if (stock &lt; 0)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return "stock";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 catalogue record: True
Invalid price -&gt;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R1: blank names fail without creating a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R2: price must be strictly positive; stock zero is valid.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Write a requirements table with R1–R3, one example and one boundary case each.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01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R1: blank names fail without creating a record.
R2: price must be strictly positive; stock zero is valid.
R3: only three named categories are accepted.
Self-test reports PASS: 5 contract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/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Compile, run and review an AI-generated C#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K1 · 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greeter formats a warehouse welcome message. AI-generated text is a candidate change; compile it, test null/blank input and explain the result before accepting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Whitespace and null input produce the learner fallback.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greeter formats a warehouse welcome message. AI-generated text is a candidate change; compile it, test null/blank input and explain the result before accepting it.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Console.WriteLine(Greet("Ada"));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Console.WriteLine(Greet(null));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Greet checks absence before trimming name.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Expected: Welcome, Ada!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Expected: Welcome, learner!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Welcome, Ada!
Welcome, learner!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Whitespace and null input produce the learner 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non-empty name is trimmed before formatting.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Ask AI for an explanation of top-level statements, using only this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02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Whitespace and null input produce the learner fallback.
A non-empty name is trimmed before formatting.
Program has one entry point and compiles without warnings.
Self-test reports PASS: 3 greeting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K2 /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C# programming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Apply C# methodologies and tools for software creation.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 types copy the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stock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copy = stock;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copy = 20;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Console.WriteLine(stock); //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Changing the copy leaves the original integer at 10.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stock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 types copy the value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Changing the copy leaves the original integer at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Assuming two value variables share one storage location gives incorrect updates.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bounded counts, decimal for currency and bool for conditions.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References can share a mutable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a = new List&lt;int&gt; { 10 };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b = a;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b.Add(20);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Console.WriteLine(a.Count); //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Both variables reference the same list; mutation is visible through either.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 a = new List&lt;int&gt; { 10 };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References can share a mutable object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Both variables reference the same list; mutation is visible through either.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Returning a mutable internal list lets callers bypass 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Expose a read-only view or deliberate copy at a component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Boxing and unboxing preserve runtime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object boxed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(int)boxed;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(long)boxed would fail: boxed value is an 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boxed int must be unboxed as int before a numeric conversion.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object boxed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Boxing and unboxing preserve runtime type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Prefer typed generic collections to object-based containers.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Unboxing to the wrong value type throws InvalidCastException.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 boxed int must be unboxed as int before a numeric conversion.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 and dynamic resolve at different times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quantity = 10; // compile-time int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dynamic candidate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Console.WriteLine(candidate + 2); //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 retains static checking; dynamic defers binding until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 quantity = 10; // compile-time 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var and dynamic resolve at different times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var retains static checking; dynamic defers binding until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nonexistent dynamic member fails at runtime instead of compile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domain components statically typed; confine dynamic to explicit interoperability boundaries.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Strings are immutable reference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original = "Rice";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upper = original.ToUpperInvariant();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Console.WriteLine(original); // Rice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Console.WriteLine(upper); // 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Formatting returns a new string and leaves the original unchanged.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 original = "Rice";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Strings are immutable reference values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Formatting returns a new string and leaves the original unchanged.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Treating string mutation as in-place mutation loses the returned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invariant casing for identifiers and explicit culture for user-facing text.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Unsafe pointers are an advanced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Concept excerpt; requires AllowUnsafeBlocks=true.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unsafe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int value = 10; int* address = &amp;value;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Console.WriteLine(*address);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Pointer dereferencing reads the pointed-to integer.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Concept excerpt; requires AllowUnsafeBlocks=true.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Unsafe pointers are an advanced boundary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learner activities use safe managed types; pointers are retained as legacy coverage, not a required assessment tool.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Unsafe code can violate memory safety and requires explicit compiler permission.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Pointer dereferencing reads the pointed-to integer.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Implicit numeric conversion can lose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long wide = quantity;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large = 16_777_217;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float approximate = large;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Console.WriteLine((int)approximate == large); //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Widening an integer range differs from preserving every significant digit.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quantity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Implicit numeric conversion can lose precision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Widening an integer range differs from preserving every significant digit.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 to float can round large exact integers.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types using the value range and precision contract, not only storage size.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Casts and conversion methods have distinct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double value = 2.9;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truncated = (int)value; // 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rounded = Convert.ToInt32(value); // 3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Console.WriteLine($"{truncated}, {rounded}");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explicit cast truncates this positive value; Convert rounds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double value = 2.9;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Casts and conversion methods have distinct contracts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cast truncates this positive value; Convert rounds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Using the wrong conversion silently changes a business calculation.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Document the rounding rule and test midpoint and negative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Definite assignment protects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int quantity;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quantity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Console.WriteLine(quantity);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Reading before assignment is a compiler 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local must be assigned on every path before its value is read.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quantity;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Definite assignment protects reads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Initialize deliberately; avoid default values that hide missing required input.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conditionally assigned variable may leave an unassigned branch.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 local must be assigned on every path before its value is read.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text enters through a parsing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input = "two";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parsed = int.TryParse(input, out int quantity);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Console.WriteLine(parsed); // False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Do not use quantity unless parsed is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TryParse reports malformed input without throwing for normal bad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 input = "two";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 text enters through a parsing guard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TryParse reports malformed input without throwing for normal bad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Parse on untrusted input can interrupt the workflow with FormatException.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syntax, range and domain invariant as separate controls.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Assignment target and evaluated expression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quantity = quantity + 2;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quantity is assignable; quantity+2 is a value.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Console.WriteLine(quantity); //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right side is evaluated before it is stored in the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quantity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Assignment target and evaluated expression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right side is evaluated before it is stored in the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calculation expression cannot be assigned to as if it were a variable.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property setters/methods where assignments must preserve invariants.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Literal suffixes define numeric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stock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long large = 10_000_000_000L;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price = 19.90m;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double ratio = 0.1;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m suffix makes the price decimal rather than double.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stock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Literal suffixes define numeric intent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money calculations in decimal and decide rounding at a defined boundary.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Mixing decimal and double requires an explicit conversion.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m suffix makes the price decimal rather than double.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Characters, escaping and Unicode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char newline = '\n';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path = @"C:\data\stock.json";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label = "米";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Console.WriteLine(label);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Escapes represent control characters; Unicode text survives managed string handling.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char newline = '\n';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Characters, escaping and Unicode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Escapes represent control characters; Unicode text survives managed string handling.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char is one UTF-16 code unit and need not be a complete visible character.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strings for names; preserve UTF-8 encoding in exported text files.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Constants and readonly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const decimal TaxRate = 0.09m;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price = 10m;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tax = price * TaxRate;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Console.WriteLine(tax); // 0.90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 expresses a compile-time fixed value.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 decimal TaxRate = 0.09m;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Constants and readonly values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const expresses a compile-time fixed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const cannot depend on a value loaded at runtime.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readonly for constructor-initialized state; keep time-sensitive business rates configurable.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Arithmetic and integer division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Console.WriteLine(5 / 2); // 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Console.WriteLine(5m / 2); // 2.5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Console.WriteLine(5 % 2); //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Operand types determine division behaviour; remainder has a separate contract.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Console.WriteLine(5 / 2); //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Arithmetic and integer division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Convert before dividing and guard zero denominators.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Dividing two ints before converting to decimal loses the fractional part.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Operand types determine division behaviour; remainder has a separate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Relational operators encode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Console.WriteLine(quantity &gt;= 0); // True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price = 0m;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Console.WriteLine(price &gt; 0); //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Zero stock is valid; zero price is invalid in the catalogue specification.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quantity = 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Relational operators encode boundaries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Zero stock is valid; zero price is invalid in the catalogue specification.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Using &gt;= instead of &gt; for price admits a forbidden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words such as strictly positive into exact comparison operators.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Short-circuit logic prevents invalid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string? name = null;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valid = name is not null &amp;&amp; name.Length &gt;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Console.WriteLine(valid); //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&amp;&amp; skips the second operand when the first is false.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string? name = null;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Short-circuit logic prevents invalid reads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&amp;&amp; skips the second operand when the first is false.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Using &amp; evaluates both operands and may dereference null.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Put the safety guard before the dependent access.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Bitwise flags are different from booleans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[Flags] enum Permission { None=0, Read=1, Write=2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Within a method: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var p = Permission.Read | Permission.Write;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(p &amp; Permission.Write) != 0 is true.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Flag values are independent bits combined with 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[Flags] enum Permission { None=0, Read=1, Write=2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Bitwise flags are different from booleans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permission modelling separate from actual server-side authorization enforcement.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Sequential enum values are not a valid independent-bit design.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Flag values are independent bits combined with 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Assignment, increment and checked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quantity += 2;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before = quantity++; // 12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Console.WriteLine(quantity); // 13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safe = checked(quantity + 1);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Post-increment returns the old value; checked catches overflow.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quantity = 10;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Assignment, increment and checked arithmetic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Post-increment returns the old value; checked catches overflow.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unchecked count overflow can produce a negative value.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Avoid complex increment expressions; validate before committing a stock mutation.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and conditional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string? supplied = null;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name = supplied ?? "learner";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stock =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state = stock &gt; 0 ? "available" : "empty";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?? chooses a null fallback; ?: chooses one expression from a boolean condition.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string? supplied = null;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and conditional operators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?? chooses a null fallback; ?: chooses one expression from a boolean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fallback for null does not treat blank whitespace as missing.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IsNullOrWhiteSpace when the domain contract rejects empty names.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Operator precedence changes the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a = 10m + 2m * 3m; // 16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b = (10m + 2m) * 3m; // 36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Console.WriteLine($"{a}, {b}");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Multiplication binds more tightly than addition.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decimal a = 10m + 2m * 3m; //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Operator precedence changes the calculation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explicit parentheses for business formulas and test a worked numeric example.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missing parenthesis changes a discount or tax base.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Multiplication binds more tightly than addition.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if, else and switch choose one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grade = 80;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band = grade switch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&gt;=90 =&gt; "A", &gt;=80 =&gt; "B",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&gt;=70 =&gt; "C", &gt;=60 =&gt; "D", _ =&gt; "F"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first matching grade band handles 80 as 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grade = 80;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if, else and switch choose one path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first matching grade band handles 80 as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Placing a broad &gt;=60 case first hides higher bands.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 overlapping rules from specific/high thresholds to broader cases.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 termination is part of correctness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remaining = 3;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while (remaining &gt; 0)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Console.WriteLine(remaining);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remaining--;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changing counter reaches the stopping condition.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 remaining = 3;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Loop termination is part of correctness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changing counter reaches the stopping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loop that never changes its condition becomes infinite.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Bound retries and make the termination measure explicit.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break and continue have different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for (int i=0; i&lt;5; i++)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if (i==1) continue;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if (i==3) break;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Console.WriteLine(i);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 // prints 0,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continue skips one iteration; break ends the nearest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 (int i=0; i&lt;5; i++)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break and continue have different effects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 skip and stop business conditions distinct.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Using continue to terminate a loop leaves later iterations running.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continue skips one iteration; break ends the nearest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Method inputs, outputs and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static decimal Discount(decimal price, decimal rate)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if (rate&lt;0 || rate&gt;1) throw new ArgumentOutOfRangeException(nameof(rate));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return price * (1-rate);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pure method calculates a result from explicit inputs.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decimal Discount(decimal price, decimal rate)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Method inputs, outputs and responsibility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pure method calculates a result from explicit inputs.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Hidden global state makes tests depend on execution order.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 a method for one responsibility and specify valid inputs and return meaning.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Recursion needs a base case and input 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static int Factorial(int n)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if(n&lt;0 || n&gt;12) throw new ArgumentOutOfRangeException(nameof(n));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return n&lt;=1 ? 1 : checked(n*Factorial(n-1));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base case returns 1; Factorial(5) returns 120.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int Factorial(int n)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Recursion needs a base case and input bound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base case returns 1; Factorial(5) returns 120.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 the base case causes unbounded recursion; large results overflow int.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iteration when a simple counter expresses the same rule with less stack use.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Value, ref and out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static void Increment(ref int count) =&gt; count++;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quantity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Increment(ref quantity); // quantity is 11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ok = int.TryParse("12", out int parsed);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ref passes a writable storage location; out produces a value on each successful return path.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void Increment(ref int count) =&gt; count++;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Value, ref and out parameters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Prefer return values unless a ref/out contract has a clear purpose.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Assuming a normal int parameter updates the caller leaves its value unchanged.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ref passes a writable storage location; out produces a value on each successful return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Nullable values represent absence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int? stock = null;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Console.WriteLine(stock.HasValue); // False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displayStock = stock ??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null means unknown; 0 means known empty.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Nullable value types distinguish missing stock from zero stock.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int? stock = null;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Nullable values represent absence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Nullable value types distinguish missing stock from zero stock.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Calling Value when HasValue is false throws.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collapse unknown into zero unless the display/use contract permits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Array rank and length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int[,] grid = new int[2,3];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Console.WriteLine(grid.Rank); // 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Console.WriteLine(grid.Length); // 6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Console.WriteLine(grid.GetLength(0)); //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Rank counts dimensions; Length counts all elements.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int[,] grid = new int[2,3];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Array rank and length are different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Rank counts dimensions; Length counts all elements.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Confusing rank with size breaks indexing and traversal.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zero-based indexes and compare each dimension against its own length.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foreach and array 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int[] grades = [90,80,70];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sum =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foreach(int grade in grades) sum += grade;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mean = (decimal)sum / grades.Length;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foreach visits each value; casting before division gives mean 80.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int[] grades = [90,80,70];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foreach and array variants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an array for fixed shape and List&lt;T&gt; for changing counts.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empty array causes division by zero.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foreach visits each value; casting before division gives mean 80.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Constructing and formatting 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product = "Rice";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price = 2.50m;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line = $"{product}: {price:F2}";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Console.WriteLine(line);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Interpolation combines values with explicit numeric formatting.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 product = "Rice";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Constructing and formatting strings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Interpolation combines values with explicit numeric formatting.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Culture-dependent output can break machine-to-machine comparisons.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explicit/invariant culture for exchange formats and the user’s locale for display.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Ordinal comparison and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title = "C# Design";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match = title.Contains("c#", StringComparison.OrdinalIgnoreCase);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Console.WriteLine(match); //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comparison contract is explicitly case-insensitive and ordinal.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 title = "C# Design";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Ordinal comparison and search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comparison contract is explicitly case-insensitive and ordinal.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Default culture-sensitive comparisons may surprise identifier matching.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Select comparison mode according to human-language versus identifier semantics.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Substring, join and range guards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sku = "SKU-001";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suffix = sku.Substring(4,3);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joined = string.Join(", ", new[] {"Rice","Tea"});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Substring selects a bounded range; Join inserts a delimiter between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 sku = "SKU-001";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Substring, join and range guards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the format before slicing external text.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Substring throws when start/length exceed bounds.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Substring selects a bounded range; Join inserts a delimiter between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MVC makes coordination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Model: BankAccount.Balance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View: BalanceView.Format(number,balance)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Controller: BalanceController.Enquire()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Result: DEMO-001: balance 125.50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Controller connects a domain value to its display without duplicating either responsibility.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Model: BankAccount.Balance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MVC makes coordination explicit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Controller connects a domain value to its display without duplicating either responsibility.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Putting balance validation in the View creates inconsistent business rules.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the console MVC example as a small design technique before adopting a web framework.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Boundary tests target the exact grade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Band(89) -&gt; B; Band(90) -&gt; A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Band(79) -&gt; C; Band(80) -&gt; B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Band(59) -&gt; F; Band(60) -&gt;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Adjacent inputs reveal off-by-one comparison errors.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Band(89) -&gt; B; Band(90) -&gt;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Boundary tests target the exact grade thresholds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Adjacent inputs reveal off-by-one comparison errors.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Testing only 95 never distinguishes &gt;90 from &gt;=90.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For each threshold T, test T-1, T and T+1 where the input domain permits.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Money rounding belongs to a named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total = 19.90m * 2 * (1-0.10m);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decimal receipt = decimal.Round(total,2,MidpointRounding.AwayFromZero);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Receipt: 35.82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documented rounding rule makes receipt output reproducible.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decimal total = 19.90m * 2 * (1-0.10m);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Money rounding belongs to a named boundary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 where rounding occurs and test a midpoint such as 1.005m.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Rounding every intermediate step can differ from rounding the final total.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 documented rounding rule makes receipt output reproducible.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 nullable reference warning reveals missing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string? input = null;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string label = string.IsNullOrWhiteSpace(input)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? "learner" : input.Trim();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guard establishes a usable non-empty label without disabling nullable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string? input = null;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 nullable reference warning reveals missing handling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guard establishes a usable non-empty label without disabling nullable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Adding ! suppresses the warning but does not make a null value safe.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Treat nullability annotations as an input contract; repair the path rather than suppressing 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Collection shape determines the update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2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int[] fixedGrades = [90,80,70];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growingProducts = new List&lt;string&gt;();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growingProducts.Add("Rice");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array has fixed length; a List grows through an explicit operation.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int[] fixedGrades = [90,80,70];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K2 / A2; apply to Activities 3–4.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Collection shape determines the update contract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array has fixed length; a List grows through an explicit operation.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Choosing an array then assuming Add exists breaks the API expectation.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Match the container to fixed dimensions, growing collections and lookup requirements.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/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Types, operators, input rules and batch control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K2 · 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receipt calculator prices two items and totals a grade batch. Currency uses decimal, quantities use int, discounts are bounded, and invalid external text is parsed safely.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19.90 × 2 × 0.90 produces 35.82.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receipt calculator prices two items and totals a grade batch. Currency uses decimal, quantities use int, discounts are bounded, and invalid external text is parsed safely.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$"Receipt total: {Total(19.90m, 2, 0.10m):F2}");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int[] grades = [90, 80, 70];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int sum = 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foreach (int grade in grades) sum += grade;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Total = 35.82; mean = 80; band =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Receipt total: 35.82
Mean grade: 80.00
Grade band: B
Parse quantity 'two': False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19.90 × 2 × 0.90 produces 35.82.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Malformed quantities are rejected with TryParse.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59/60,69/70,79/80 and89/90 grade boundary checks.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03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19.90 × 2 × 0.90 produces 35.82.
Malformed quantities are rejected with TryParse.
Grade 90 is A and 89 is B.
Negative quantities fail; discount remains between 0 and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/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Methods and console MVC for balance enquiries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K2 · 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requires console MVC: Model owns a non-negative balance, View formats output, Controller coordinates. Public members use PascalCase and local/private variables camelCase.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Model rejects negative initial 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bank requires console MVC: Model owns a non-negative balance, View formats output, Controller coordinates. Public members use PascalCase and local/private variables camelCase.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account = new BankAccount("DEMO-001", 125.50m);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view = new BalanceView();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controller = new BalanceController(account, view);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Console.WriteLine(controller.Enquire());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DEMO-001: balance 125.50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Controller coordinates model and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DEMO-001: balance 125.50
Factorial(5): 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Model rejects negative initial balance.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View owns formatting; Controller holds no account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nullable account lookup and a view error message without moving business rules into the 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04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Model rejects negative initial balance.
View owns formatting; Controller holds no account rule.
Factorial(0) is 1 and Factorial(5) is 120.
Public method/property names follow PascalCase.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K3 /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Classes, objects and design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Select essential C# controls and features to meet software design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modifiers define a visibility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public class Base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protected internal int shared;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private protected int family;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private int secret = 10;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int ReadSecret() =&gt; secret;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protected internal allows same assembly OR derived type; private protected requires same assembly and containing/derived 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public class Base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Access modifiers define a visibility boundary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protected internal allows same assembly OR derived type; private protected requires same assembly and containing/derived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Visibility is not identity verification or authorization.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Expose the smallest necessary surface; a top-level class defaults internal and a nested class defaults private.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Classes model identity and controlled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class Stock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int Count { get; private set;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Stock(int initial)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if(initial&lt;0) throw new ArgumentOutOfRangeException(nameof(initial));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  Count=initial;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Construction starts with a valid state and a private setter limits mutation paths.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sealed class Stock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Classes model identity and controlled state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Construction starts with a valid state and a private setter limits mutation paths.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public unchecked setter can admit negative stock.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Put invariants in the component; let UI controls collect and display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Constructors initialize complete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class Product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string Name { get;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Product() : this("Unspecified") {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Product(string name)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if(string.IsNullOrWhiteSpace(name)) throw new ArgumentException("Name required");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  Name=name;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Constructor chaining reuses one validation path.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sealed class Product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Constructors initialize complete objects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Require every essential invariant at the creation boundary.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Duplicated constructor logic may validate one path but miss another.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Constructor chaining reuses one validation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Finalizers are not reliable cleanup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Deterministic disposal: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using var writer = new StreamWriter("stock.txt");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writer.WriteLine("SKU-001,10");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Type() is a nondeterministic finalizer.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 disposes a resource at the end of scope, including exceptional exits.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Deterministic disposal: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Finalizers are not reliable cleanup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using disposes a resource at the end of scope, including exceptional exits.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Waiting for a finalizer may leave a file handle open for an unknown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IDisposable/using for resources; implement a finalizer only for justified unmanaged ownership.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state has process-level lifetime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static class FinePolicy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const decimal DailyRate = 0.50m;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static decimal Calculate(int overdueDays)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  =&gt; Math.Max(0,overdueDays) * DailyRate;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stateless policy is shared without per-object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class FinePolicy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Static state has process-level lifetime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stateless policy is shared without per-object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Mutable static counters persist across unrelated tests and callers.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stateless static functions or explicit scoped service instances.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Inheritance and base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abstract class Person(string name)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string Name { get; } = name;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class Student(string name) : Person(name) {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derived constructor supplies the base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abstract class Person(string name)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Inheritance and base construction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inheritance for a real is-a contract; use composition for has-a dependencies.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Inheriting only to reuse a few lines may create a false substitutability relationship.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 derived constructor supplies the base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class base, multiple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interface IReadable { string Read();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interface IWritable { void Write(string value);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C586C0"/>
                </a:solidFill>
                <a:latin typeface="Consolas"/>
              </a:rPr>
              <a:t>class Store : IReadable, IWritable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string Read() =&gt; "demo";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void Write(string value) {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class may implement multiple contracts but inherit one class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interface IReadable { string Read();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One class base, multiple interfaces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class may implement multiple contracts but inherit one class 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Two base classes are not supported in a C# class declaration.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interfaces to decouple callers from interchangeable components.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Overloads select by compile-time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static string Show(int quantity) =&gt; $"count {quantity}";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static string Show(decimal price) =&gt; $"price {price:F2}";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Console.WriteLine(Show(10));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Console.WriteLine(Show(10m));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Argument types choose different overloads before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static string Show(int quantity) =&gt; $"count {quantity}";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Overloads select by compile-time signature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Argument types choose different overloads before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Two methods cannot differ only by return type.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overload meanings consistent and avoid ambiguous optional parameters.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dispatch chooses runtime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abstract class Policy { public abstract string Band(decimal mean);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class Standard : Policy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override string Band(decimal mean) =&gt; mean&gt;=90?"A":"B";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Policy p = new Standard(); p.Band(85) returns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base-typed reference dispatches to the derived override.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abstract class Policy { public abstract string Band(decimal mean);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Virtual dispatch chooses runtime behaviour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components through the shared interface/base type.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 hides a member; it does not provide the same override contract.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 base-typed reference dispatches to the derived override.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Operator overloads must preserve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readonly record struct Money(decimal Amount)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static Money operator +(Money a, Money b)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  =&gt; new(a.Amount+b.Amount);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new Money(2m)+new Money(3m) -&gt; Amount 5m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user type can define meaningful addition while remaining immutable.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readonly record struct Money(decimal Amount)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Operator overloads must preserve meaning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user type can define meaningful addition while remaining immutable.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Surprising operator semantics make callers misread the code.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explicit named methods when the operation is not naturally an operator.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Properties express controlled mutation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public int Stock { get; private set;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public void AdjustStock(int delta)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int next = checked(Stock + delta);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if(next&lt;0) throw new InvalidOperationException("Insufficient stock");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Stock=next;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Validation computes the candidate before assigning, preserving the old state on rejection.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public int Stock { get; private set;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Properties express controlled mutation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Validation computes the candidate before assigning, preserving the old state on rejection.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Subtracting first and validating afterwards leaves an invalid object.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Make rejected changes atomic at the local component level.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Composition injects interchangeable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OrderProcessor(PaymentService payment,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  NotificationService notification, string logPath)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calls payment before notification.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Dependencies are visible in construction and can be replaced by local mocks.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OrderProcessor(PaymentService payment,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Composition injects interchangeable services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 classroom adapter synthetic; document the interface needed for a real service.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Creating a network client deep inside business logic makes deterministic failure testing difficult.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Dependencies are visible in construction and can be replaced by local mocks.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interface is a caller-visible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interface IGradable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decimal CalculateAverage();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string GetGradeBand();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Process both policies through IGradable.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caller can use either student without knowing its concrete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interface IGradable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An interface is a caller-visible contract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caller can use either student without knowing its concrete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shared method name without a common contract leaves the caller tied to concrete types.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 substitutability through the interface and state input/error guarantees.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Controls map to data and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3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Numeric input -&gt; AddGrade(value)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Student selector -&gt; Student.Name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Results grid -&gt; average and band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Confirmation -&gt; successful model change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control has a specific property, rule and output responsibility.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Numeric input -&gt; AddGrade(value)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 / A3; apply to Activities 5–6.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Controls map to data and behaviour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control has a specific property, rule and output responsibility.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visually suitable control still needs range checks and error feedback.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controls by valid input range, allowed choices, readability and accessibility.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/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Catalogue classes, constructors and encapsulated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K3 · 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Administrators add product records. Product constructors enforce invariants and the catalogue owns its collection. Categories are typed; invalid records cannot enter the catalogue.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invalid name, price, stock or category is rejected.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Administrators add product records. Product constructors enforce invariants and the catalogue owns its collection. Categories are typed; invalid records cannot enter the catalogue.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catalogue = new ProductCatalogue();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catalogue.Add(new Product(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"Keyboard", 49.90m, 10,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ProductCategory.Electronics));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Constructor enforces the product invariant.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Catalogue count is now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Added Keyboard; catalogue count: 1
Keyboard | Electronics | 49.90 | stock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 invalid name, price, stock or category is rejected.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collection is exposed read-only and stock changes through a method.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stock adjustment checks for valid/invalid deltas.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05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 invalid name, price, stock or category is rejected.
The collection is exposed read-only and stock changes through a method.
Three named categories are available.
Valid add increments the count and displays confirmation.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/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Interfaces, inheritance and polymorphic grade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K3 · 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school needs extensible grade classification. A base Student owns validated grades; GradedStudent and HonoursStudent implement a shared IGradable contract and demonstrate virtual dispatch.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grades are within 0–100.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school needs extensible grade classification. A base Student owns validated grades; GradedStudent and HonoursStudent implement a shared IGradable contract and demonstrate virtual dispatch.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IGradable student = honours;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Console.WriteLine(student.GetGradeBand());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Grades 90 + 80 =&gt; mean 85.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Standard: B; Honours: A.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The interface call dispatches to the override.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Mean 85.00; band B
Mean 85.00; band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grades are within 0–100.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Empty grade collection fails with a meaningful error.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89/90 and84/85 boundary cases for the two policies.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06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grades are within 0–100.
Empty grade collection fails with a meaningful error.
The same mean 85 is B for standard and A for honours.
Both students are processed through IGradable.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 · K4 /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Functionality and interoperability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Examine the interoperability and functionality of C# software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 construction and default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readonly struct Measurement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public int Value { get;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 public Measurement() { Value=10;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new Measurement().Value -&gt; 10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default(Measurement).Value -&gt;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Modern C# allows a public parameterless struct constructor; default still zero-initializes.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readonly struct Measurement 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 construction and default values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Modern C# allows a public parameterless struct constructor; default still zero-initializes.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Assuming default invokes the custom constructor gives an invalid invariant.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structs for small value semantics and design for valid default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Enums need validation at external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enum Category { Electronics, Clothing, Food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category = (Category)99;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Console.WriteLine(Enum.IsDefined(category)); //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Casting a number can produce an unnamed enum value.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enum Category { Electronics, Clothing, Food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Enums need validation at external boundaries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Casting a number can produce an unnamed enum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enum declaration alone does not reject invalid imported numeric values.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parsed enum values and document how names/numbers are exchanged.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Regex validates format, not domain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using System.Text.RegularExpressions;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bool ok = Regex.IsMatch("SKU-001", @"\ASKU-[0-9]{3}\z",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RegexOptions.CultureInvariant, TimeSpan.FromMilliseconds(100));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Anchors require the entire SKU; timeout bounds the match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 System.Text.RegularExpressions;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Regex validates format, not domain semantics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Follow format checks with domain checks such as uniqueness and allowed stock.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unanchored pattern accepts extra prefix/suffix text.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Anchors require the entire SKU; timeout bounds the match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Catch specific exceptions at a meaningful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try { int quantity = int.Parse("ten"); 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catch(FormatException ex)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Console.WriteLine($"Invalid quantity: {ex.GetType().Name}");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finally { /* release owned resources if needed */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format failure is handled while unrelated failures remain 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 { int quantity = int.Parse("ten");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Catch specific exceptions at a meaningful boundary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format failure is handled while unrelated failures remain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broad empty catch suppresses defects and may claim success incorrectly.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TryParse for normal bad input; use catch for exceptional failures.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Custom exception and rethrow retain diagnostic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class StockException(string message) : Exception(message);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Within a catch block: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throw; preserves the original stack.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throw ex; restarts the stack at this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named domain exception distinguishes an invariant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sealed class StockException(string message) : Exception(message);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Custom exception and rethrow retain diagnostic context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named domain exception distinguishes an invariant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Replacing the original exception without context hides the failing call chain.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useful context and avoid sensitive data in exception messages.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Files and streams define an I/O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using var stream = new FileStream("stock.txt", FileMode.Create, FileAccess.Write);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using var writer = new StreamWriter(stream);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writer.WriteLine("SKU-001,10");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writer encodes text over a byte stream and disposal releases handles.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 var stream = new FileStream("stock.txt", FileMode.Create, FileAccess.Write);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Files and streams define an I/O contract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mode and encoding deliberately; never let untrusted input choose an arbitrary path.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Open/create/append modes have different overwrite behaviour.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writer encodes text over a byte stream and disposal releases handles.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State transitions gate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Pending -&gt; PaymentProcessing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success -&gt; PaymentSuccessful -&gt; Confirmed -&gt; notify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reject/exception -&gt; PaymentFailed -&gt; no notify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cancellation -&gt; Cancelled -&gt; no payment/notify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outcome of one component controls what the next component may 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Pending -&gt; PaymentProcessing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State transitions gate notifications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outcome of one component controls what the next component may 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Notifying before checking payment produces a false confirmation.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explicit states and test every failure/cancellation path.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Interoperability needs a data exchange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sealed record ProductDto(string Sku,string Name,int Quantity);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JSON: {"Sku":"SKU-001","Name":"Keyboard","Quantity":10}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Quantity is a number, not "ten".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Names, types and allowed values are agreed by producer and consumer.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sealed record ProductDto(string Sku,string Name,int Quantity);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Interoperability needs a data exchange contract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Names, types and allowed values are agreed by producer and consumer.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Successful transport with a mismatched schema is still an integration failure.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 round-trip equality, missing values, invalid types and version changes.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JSON success does not prove a valid domain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p = JsonSerializer.Deserialize&lt;ProductDto&gt;(json);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Then validate p != null, SKU format, nonblank name,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and Quantity &gt;= 0 before adding to catalogue.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Deserialization and business validation are distinct acceptance stages.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var p = JsonSerializer.Deserialize&lt;ProductDto&gt;(json);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JSON success does not prove a valid domain object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 invalid data before mutating the live collection.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syntactically valid JSON object can contain negative stock.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Deserialization and business validation are distinct acceptance stages.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Logs link failures across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ORDER-004: PaymentProcessing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ORDER-004: payment exception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Result: PaymentFailed; notified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correlation ID connects the payment failure to its resulting order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ORDER-004: PaymentProcessing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Logs link failures across components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correlation ID connects the payment failure to its resulting order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Logging only error text without an ID makes concurrent records hard to connect.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identity, stage and outcome without exposing credentials or personal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Functionality indicators have an observable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Success rate = passed cases / attempted cases.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4 correct paths / 4 exercised paths = 100%.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This is test-suite evidence, not a production SLA.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numerator/denominator and exercised paths define what the figure proves.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Success rate = passed cases / attempted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Functionality indicators have an observable definition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numerator/denominator and exercised paths define what the figure proves.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single happy-path pass cannot establish all-path correctness.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Report expected/actual outputs, error rate and timing under a stated workload.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lifetime is part of interoperability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using(var writer = new StreamWriter(path))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writer.Write(JsonSerializer.Serialize(item));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reloaded = Import(File.ReadAllText(path));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Disposing the writer flushes/closes the file before the next component reads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using(var writer = new StreamWriter(path))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Resource lifetime is part of interoperability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 and dispose each resource at a clear boundary; verify file sharing/mode assumptions.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Reading before closing/flushing can observe incomplete output.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Disposing the writer flushes/closes the file before the next component reads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Repeated calls require a separate idempotency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4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First Process(ORDER-001) -&gt; notification.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Second Process(ORDER-001) currently repeats it.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Proposed guard: completed order-ID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single-call test does not prove safe retries.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First Process(ORDER-001) -&gt; notification.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K4 / A4; apply to Activities 7–8.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Repeated calls require a separate idempotency design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single-call test does not prove safe retries.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transient retry can duplicate an external effect.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Document the sample limitation and test deduplication before claiming production readiness.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/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Order states, payment failure and notification guards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· K4 · A4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food-delivery processor must never confirm a failed payment or notify a cancelled order. Mock services exercise success, rejection and thrown exceptions; status transitions are written to a local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Success confirms and notifies exactly once in a single 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food-delivery processor must never confirm a failed payment or notify a cancelled order. Mock services exercise success, rejection and thrown exceptions; status transitions are written to a local log.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ok = processor.Process(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"ORDER-001", true, false, false);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fail = processor.Process(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"ORDER-002", false, false, false);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ok: Confirmed + notified.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fail: PaymentFailed + no notification.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ORDER-001: Confirmed; notified True
ORDER-002: PaymentFailed; notified False
Log: output/order-log.txt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Success confirms and notifies exactly once in a single call.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Rejected or thrown payments fail without notification.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local event log and build a state transition 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07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Success confirms and notifies exactly once in a single call.
Rejected or thrown payments fail without notification.
Cancelled orders bypass payment and notification.
Log contains the order ID and failure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/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JSON contracts, enum parsing, regex and file lifetime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· K4 · A4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warehouse imports synthetic product data using a documented JSON contract. Reject mismatched types and negative stock, preserve UTF-8 names and prove export/import round-trip interoperability.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valid record survives JSON export/import unchanged.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warehouse imports synthetic product data using a documented JSON contract. Reject mismatched types and negative stock, preserve UTF-8 names and prove export/import round-trip interoperability.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item = Import(sample);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reloaded = Import(File.ReadAllText(path));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Import validates SKU, name and quantity.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Unicode survives the UTF-8 round trip.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Wrong JSON types are rejected.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Imported SKU-001; stock 10
Round-trip equal: True
Export: output/product.json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valid record survives JSON export/import unchanged.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Quantity is a JSON integer, not text; stock cannot be negative.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contract table with field, type, required value, valid example and failure.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08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valid record survives JSON export/import unchanged.
Quantity is a JSON integer, not text; stock cannot be negative.
SKU uses exactly SKU- plus three digits.
UTF-8 names and zero stock are preserved.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 · K5 /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documentation and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Generate C# design documentation aligned with user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Namespaces and using resolve symbols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using System.Text.Json;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namespace Warehouse.Design;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public sealed record ProductDto(string Sku,int Quantity);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Namespaces organize names; using makes names available without a qualified prefix.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using System.Text.Json;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Namespaces and using resolve symbols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Namespaces organize names; using makes names available without a qualified prefix.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Two imported types with the same name create ambiguity.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qualified names or aliases; a namespace is not a deployment/security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 compilation changes the built 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6A9955"/>
                </a:solidFill>
                <a:latin typeface="Consolas"/>
              </a:rPr>
              <a:t>#define DEMO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A9955"/>
                </a:solidFill>
                <a:latin typeface="Consolas"/>
              </a:rPr>
              <a:t>#if DEMO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Console.WriteLine("Synthetic local data");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A9955"/>
                </a:solidFill>
                <a:latin typeface="Consolas"/>
              </a:rPr>
              <a:t>#else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Console.WriteLine("Configured production adapter");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6A9955"/>
                </a:solidFill>
                <a:latin typeface="Consolas"/>
              </a:rPr>
              <a:t>#endif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Only the selected branch is compiled into the assembly.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#define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 coverage updated for modern C#.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Conditional compilation changes the built artifact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Only the selected branch is compiled into the assembly.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Testing only a debug branch leaves another compiled configuration unverified.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Keep configuration explicit; #define does not create a normal runtime variable.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XML comments describe the public API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/// &lt;summary&gt;Charges 0.50 per overdue calendar day.&lt;/summary&gt;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/// &lt;param name="due"&gt;Due date.&lt;/param&gt;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/// &lt;param name="returned"&gt;Actual return date.&lt;/param&gt;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/// &lt;returns&gt;Non-negative fine in SGD.&lt;/returns&gt;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public static decimal Calculate(DateOnly due,DateOnly returned)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 =&gt; Math.Max(0,returned.DayNumber-due.DayNumber)*0.50m;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Summary, parameter and return tags connect the API to the documented rule.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/// &lt;summary&gt;Charges 0.50 per overdue calendar day.&lt;/summary&gt;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XML comments describe the public API contract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comments, tests and specification IDs synchronized.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comment that contradicts the implementation misleads the next developer.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Summary, parameter and return tags connect the API to the documented rule.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Documentation is generated from a compiler setting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&lt;GenerateDocumentationFile&gt;true&lt;/GenerateDocumentationFile&gt;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Build emits Activity.xml beside the assembly.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CS1591 identifies undocumented public API when enabled.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XML output is a real build artifact that can be inspected.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&lt;GenerateDocumentationFile&gt;true&lt;/GenerateDocumentationFile&gt;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Documentation is generated from a compiler setting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XML output is a real build artifact that can be inspected.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checked-in comment alone does not prove documentation generation is configured.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Inspect the emitted XML and document any deliberate warning policy.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traceability reaches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R4 fine policy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-&gt; FineCalculator.Calculate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-&gt; due 10 Sep, return 13 Sep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-&gt; expected 1.50, actual 1.50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reviewer can follow one user requirement into a method and a concrete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R4 fine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Requirement traceability reaches executable evidence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reviewer can follow one user requirement into a method and a concrete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mapping that ends at a class name cannot prove the required behaviour.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Record requirement, method, test input, expected/actual output and evidence location.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Dependency notes identify real package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Target: .NET 10 (net10.0).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BCL: System.IO, System.Text.Json, Regex.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Third-party NuGet packages: none.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Optional editor/AI tools are not runtime dependencies.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handover distinguishes shipped code dependencies from authoring tools.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Target: .NET 10 (net10.0).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Dependency notes identify real package boundaries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csproj/project references and report exact real dependencies.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Invented package versions imply software the project does not contain.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handover distinguishes shipped code dependencies from authoring tools.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design decision record documents the tradeoff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Decision: encapsulate stock behind Add/Remove.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Alternative: unrestricted public setter.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Reason: preserve nonnegative stock on every path.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Consequence: callers handle rejected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chosen control, alternative and consequences explain why the implementation has its shape.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Decision: encapsulate stock behind Add/Remove.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 design decision record documents the tradeoff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chosen control, alternative and consequences explain why the implementation has its shape.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Documenting only the chosen class omits the reason and migration limits.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Tie decisions to requirements and revisit them when requirements change.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class library moves code across a project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&lt;ProjectReference Include="../Stock.Core/Stock.Core.csproj" /&gt;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App calls public StockService from Stock.Core.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Internal types remain within their assembly.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build resolves a reusable local component as a separate referenced assembly.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&lt;ProjectReference Include="../Stock.Core/Stock.Core.csproj" /&gt;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DIAGNOSTIC ARTIFACT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 class library moves code across a project boundary —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Concrete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Review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Correct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build resolves a reusable local component as a separate referenced assembly.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the stated input/type and observed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Failure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Copying the same class into multiple apps creates drifting implementations.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Reproduce the smallest input that exposes this defect.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Design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Document the public API and rerun consumer tests after library changes.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Map the control to the specification and test the rejected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Explain the mechanism before approving a proposed code change; record actual results rather than an AI claim.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C# MECHANISM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Handover states practical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Topic 5 · concrete C# mechanism and observable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Sample: in-memory, single process, no user auth.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Data reset when application exits.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Future work: persistence, authorization, concurrency.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Each new feature requires a new contract/test.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receiver can see what the working sample proves and what must be engineered next.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INPUT /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// Sample: in-memory, single process, no user auth.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DESIGN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Additional design and evidence depth.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K5 / A5; apply to Activities 9–10.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 SELECTION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Handover states practical limits —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this control preserve
the stated contract?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Include run instructions, known limits, dependencies, test evidence and requirement mapping.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passing classroom demo is insufficient evidence for production safety under concurrency.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Observable evidence: The receiver can see what the working sample proves and what must be engineered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Library methods, XML documentation and specification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LO5 · K5 · A5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council library requires book search, member registration, loan processing and a fine of 0.50 per overdue calendar day. Produce XML comments, dependency notes and an explicit requirement-to-method-to-test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 search is case-insensitive.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council library requires book search, member registration, loan processing and a fine of 0.50 per overdue calendar day. Produce XML comments, dependency notes and an explicit requirement-to-method-to-test map.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library.RegisterMember("M001");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library.LoanBook("B001", "M001");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fine = FineCalculator.Calculate(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new DateOnly(2026, 9, 10),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    new DateOnly(2026, 9, 13));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Three overdue days =&gt; SGD 1.50.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Search matches: 1
Fine: 1.50
Report: output/design-report.txt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Book search is case-insensitive.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Only registered members may loan an available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XML documentation and locate bin/Debug/net10.0/Activity.xml.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09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Book search is case-insensitive.
Only registered members may loan an available book.
Three overdue calendar days produce 1.50; early return produces zero.
Generated report maps R1–R4 to named public methods.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K5 /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Documented stock component and handover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LO5 · K5 · A5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warehouse requires a reusable stock service that prevents negative stock, reports changes and can be traced to R-STOCK-01. Deliver a design decision, dependency inventory, public API comments and executable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Runnable C# console component, recorded tests and a reviewed design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.NET 10 SDK · C# · local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10 − 3 + 2 produces stock 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 · DESIGN BEFORE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vibe-coding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40664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6903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Act as a C# reviewer. Work only in this .NET 10 console project. Read the synthetic specification: A warehouse requires a reusable stock service that prevents negative stock, reports changes and can be traced to R-STOCK-01. Deliver a design decision, dependency inventory, public API comments and executable evidence. Identify the input/output contract, invariants and error path. Return a short design and three test cases before proposing code. No new dependencies, network calls or file deletion.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874519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65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specification + current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88036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918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C# / .NET 10; no new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88620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97763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Minimal diff + concrete test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892040"/>
            <a:ext cx="2834640" cy="8778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983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30352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 explanation + actual execution.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COPYABLE PROMPTS · VERIFY THE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review and evidence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492240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REVIEW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my Program.cs against requirements.md. Explain each defect using a concrete input and expected versus actual behaviour. Return the smallest C# diff and tests. Do not invent successful test results. If uncertain about an API, point to current Microsoft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3749039" cy="4206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057400"/>
            <a:ext cx="3291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EVIDENCE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97480"/>
            <a:ext cx="3291839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Using only my supplied actual build/run output, help me summarize one requirement-to-code-to-test link. Label any assumption. I must explain and approve the change myself.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RUNNABLE SOURCE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executable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baseline is supplied in this activity folder; full procedures are in the LG.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var stock = new StockService(10);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stock.Remove(3);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stock.Add(2);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D4D4D4"/>
                </a:solidFill>
                <a:latin typeface="Consolas"/>
              </a:rPr>
              <a:t>// Count = 9.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Remove(10) rejects the change.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9CDCFE"/>
                </a:solidFill>
                <a:latin typeface="Consolas"/>
              </a:rPr>
              <a:t>// Rejection leaves Count at 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Stock after remove/add: 9
Handover: output/handover.txt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INVARIANT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10 − 3 + 2 produces stock 9.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FAILURE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Overselling is rejected without changing existing stock.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Move StockService into a documented class library and add a project reference; rerun the same tests.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ACTUAL RESULT CHECK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10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10 − 3 + 2 produces stock 9.
Overselling is rejected without changing existing stock.
Negative and overflow mutations are rejected.
Handover states the contract, requirement trace, dependencies and limitations.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Compiler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the first C# error and the project target.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the actual input with the named business invariant.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Reject an unverified API or out-of-scope dependency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INDICATIVE TEACHING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Receipt calculation — worked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19.90 × 2 = 39.80; 10% discount = 3.98; final receipt = 35.82.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BOUNDARY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Grade boundary — a one-point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 policy: 89 is B and 90 is A. The &gt;= comparison is the deciding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EXPECTED SINGLE-CALL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integration — expected notification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the confirmed success path notifies. These are expected classroom cases, not production measurements.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POLICY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Library fine — calendar-day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Fine = max(0, returned.DayNumber − due.DayNumber) × 0.50. Early returns never produce a negative fine.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 / A1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basic software components using C# methodologies to meet functional specifications.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 / A2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C# methodologies and tools for software creation.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 / A3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essential C# controls and features to meet software design requirements.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 / A4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Examine the interoperability and functionality of C# software components.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K5 / A5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C# design documentation aligned with user specifications.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5 SAQs · K1–K5 · 60 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5 practical tasks · A1–A5 · 60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Resources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book with approved course resources.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Completion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both documents on LMS and sign the summary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K1–K5 · 60 min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A1–A5 · 60 min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LMS document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Summary record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SIGN-OFF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WA, PP, LMS submission, feedback and assessment summary record.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/ PM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 both daily sessions using the current QR supplied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Record the assessment session before beginning the papers.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identity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assigned attendance record and verify the submitted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 portal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directs the current SSG/TRAQOM attendance workflow through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7589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with C# · TGS-2023039178  | 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731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